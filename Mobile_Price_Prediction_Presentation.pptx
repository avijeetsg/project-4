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19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0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4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8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0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6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8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8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3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5157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37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3229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1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37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4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0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 Phone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Machine Learning-based analysis and model comparison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mobile phone prices and identify key features influencing price.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File: Processed_Flipdata.xlsx</a:t>
            </a:r>
          </a:p>
          <a:p>
            <a:r>
              <a:t>Rows: 541  Columns: 12</a:t>
            </a:r>
          </a:p>
          <a:p>
            <a:r>
              <a:t>Target column: Prize</a:t>
            </a:r>
          </a:p>
          <a:p>
            <a:r>
              <a:t>Numeric columns: 7</a:t>
            </a:r>
          </a:p>
          <a:p>
            <a:r>
              <a:t>Categorical columns encoded: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values (numeric -&gt; median, categorical -&gt; mode),</a:t>
            </a:r>
          </a:p>
          <a:p>
            <a:r>
              <a:t>One-hot encoding for categorical variables,</a:t>
            </a:r>
          </a:p>
          <a:p>
            <a:r>
              <a:t>Rows with invalid target values dropped if any.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Feature Extraction (Top predictors)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000" dirty="0"/>
              <a:t>Top features according to </a:t>
            </a:r>
            <a:r>
              <a:rPr lang="en-US" sz="2000" dirty="0"/>
              <a:t>Gradient Bosting</a:t>
            </a:r>
            <a:r>
              <a:rPr sz="2000" dirty="0"/>
              <a:t> importance:</a:t>
            </a:r>
          </a:p>
          <a:p>
            <a:r>
              <a:rPr sz="2000" dirty="0"/>
              <a:t>1. Memory</a:t>
            </a:r>
          </a:p>
          <a:p>
            <a:r>
              <a:rPr sz="2000" dirty="0"/>
              <a:t>2. Battery_</a:t>
            </a:r>
          </a:p>
          <a:p>
            <a:r>
              <a:rPr sz="2000" dirty="0"/>
              <a:t>3. RAM</a:t>
            </a:r>
          </a:p>
          <a:p>
            <a:r>
              <a:rPr sz="2000" dirty="0"/>
              <a:t>4. Front Camera_12MP</a:t>
            </a:r>
          </a:p>
          <a:p>
            <a:r>
              <a:rPr sz="2000" dirty="0"/>
              <a:t>5. Unnamed: 0</a:t>
            </a:r>
          </a:p>
          <a:p>
            <a:r>
              <a:rPr sz="2000" dirty="0"/>
              <a:t>6. Mobile Height</a:t>
            </a:r>
          </a:p>
          <a:p>
            <a:r>
              <a:rPr sz="2000" dirty="0"/>
              <a:t>7. </a:t>
            </a:r>
            <a:r>
              <a:rPr sz="2000" dirty="0" err="1"/>
              <a:t>Model_APPLE</a:t>
            </a:r>
            <a:r>
              <a:rPr sz="2000" dirty="0"/>
              <a:t> iPhone 14 Plus</a:t>
            </a:r>
          </a:p>
          <a:p>
            <a:r>
              <a:rPr sz="2000" dirty="0"/>
              <a:t>8. </a:t>
            </a:r>
            <a:r>
              <a:rPr sz="2000" dirty="0" err="1"/>
              <a:t>Model_Google</a:t>
            </a:r>
            <a:r>
              <a:rPr sz="2000" dirty="0"/>
              <a:t> Pixel 7</a:t>
            </a:r>
          </a:p>
          <a:p>
            <a:r>
              <a:rPr sz="2000" dirty="0"/>
              <a:t>9. </a:t>
            </a:r>
            <a:r>
              <a:rPr sz="2000" dirty="0" err="1"/>
              <a:t>Processor__Google</a:t>
            </a:r>
            <a:r>
              <a:rPr sz="2000" dirty="0"/>
              <a:t> Tensor G2</a:t>
            </a:r>
          </a:p>
          <a:p>
            <a:r>
              <a:rPr sz="2000" dirty="0"/>
              <a:t>10. Rear Camera_12MP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(Metrics)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(Top 10)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Actual vs Predicted Prices (Decision Tree)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3668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Memory, </a:t>
            </a:r>
            <a:r>
              <a:rPr lang="en-US" dirty="0"/>
              <a:t>RAM </a:t>
            </a:r>
            <a:r>
              <a:rPr dirty="0"/>
              <a:t>and Camera </a:t>
            </a:r>
            <a:r>
              <a:rPr lang="en-US" dirty="0"/>
              <a:t>and </a:t>
            </a:r>
            <a:r>
              <a:rPr dirty="0"/>
              <a:t>specs are the strongest predictors of price.</a:t>
            </a:r>
          </a:p>
          <a:p>
            <a:r>
              <a:rPr dirty="0"/>
              <a:t> Consider focusing on these product features when pricing or marketing.</a:t>
            </a:r>
          </a:p>
          <a:p>
            <a:r>
              <a:rPr dirty="0"/>
              <a:t> Use </a:t>
            </a:r>
            <a:r>
              <a:rPr lang="en-US" dirty="0"/>
              <a:t>Gradient Boosting</a:t>
            </a:r>
            <a:r>
              <a:rPr dirty="0"/>
              <a:t> for robust predictions; consider GBM with tuning for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lang="en-US" dirty="0"/>
              <a:t>Gradient Boosting </a:t>
            </a:r>
            <a:r>
              <a:rPr dirty="0"/>
              <a:t>model provides strong predictive performance for mobile phone prices.</a:t>
            </a:r>
          </a:p>
          <a:p>
            <a:r>
              <a:rPr dirty="0"/>
              <a:t>Presentation includes model metrics, feature importance, and visual diagnostics.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</TotalTime>
  <Words>235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Mobile Phone Price Prediction</vt:lpstr>
      <vt:lpstr>Objective</vt:lpstr>
      <vt:lpstr>Dataset Overview</vt:lpstr>
      <vt:lpstr>Data Preprocessing</vt:lpstr>
      <vt:lpstr>Feature Extraction (Top predictors)</vt:lpstr>
      <vt:lpstr>Model Comparison (Metrics)</vt:lpstr>
      <vt:lpstr>Feature Importance (Top 10)</vt:lpstr>
      <vt:lpstr>Actual vs Predicted Prices (Decision Tree)</vt:lpstr>
      <vt:lpstr>Insights &amp;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 Hero</cp:lastModifiedBy>
  <cp:revision>3</cp:revision>
  <dcterms:created xsi:type="dcterms:W3CDTF">2013-01-27T09:14:16Z</dcterms:created>
  <dcterms:modified xsi:type="dcterms:W3CDTF">2025-11-08T13:51:56Z</dcterms:modified>
  <cp:category/>
</cp:coreProperties>
</file>